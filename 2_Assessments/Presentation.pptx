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4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404" autoAdjust="0"/>
  </p:normalViewPr>
  <p:slideViewPr>
    <p:cSldViewPr snapToGrid="0">
      <p:cViewPr>
        <p:scale>
          <a:sx n="60" d="100"/>
          <a:sy n="60" d="100"/>
        </p:scale>
        <p:origin x="81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2FBDF2-7173-4D40-BFDF-3D16BD70263F}" type="datetimeFigureOut">
              <a:rPr lang="LID4096" smtClean="0"/>
              <a:t>01/21/2026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84DB6F-7A45-4685-89E1-9D49E8BF0FA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29488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One-sentence purpose: </a:t>
            </a:r>
            <a:r>
              <a:rPr lang="en-US" i="1" dirty="0"/>
              <a:t>A real-time system that processes audio signals, visualizes them, and drives ambient lighting.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84DB6F-7A45-4685-89E1-9D49E8BF0FAF}" type="slidenum">
              <a:rPr lang="LID4096" smtClean="0"/>
              <a:t>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979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84DB6F-7A45-4685-89E1-9D49E8BF0FAF}" type="slidenum">
              <a:rPr lang="LID4096" smtClean="0"/>
              <a:t>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560975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AB0C9-A9AD-198C-23CB-C53518053A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75CE1F-E9C3-886C-FE6F-F5F583ABC0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3B6EBE-61DA-7E15-8FC0-6E324F38D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0DEC1-B382-4C12-A29C-7A6584D5D92D}" type="datetimeFigureOut">
              <a:rPr lang="LID4096" smtClean="0"/>
              <a:t>01/21/2026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F5138-A402-A0A2-BE20-9DDD89912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7BA8EF-DEE0-1765-A2B5-4B9E34663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25227-4CA5-4A02-A3AE-48CBB458261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34512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53F57-DE62-B3EE-0478-B66440715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392260-9DFC-F566-F760-B0C432B2C3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6B677A-D6AC-C3DD-2030-E75907EBF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0DEC1-B382-4C12-A29C-7A6584D5D92D}" type="datetimeFigureOut">
              <a:rPr lang="LID4096" smtClean="0"/>
              <a:t>01/21/2026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362740-20FA-82A9-C1BB-082392E9E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D80356-12B9-AADD-68A2-C06674514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25227-4CA5-4A02-A3AE-48CBB458261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69591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282E5-8570-534A-5229-5AD54D38C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A742E5-D8D9-7000-580A-A631172417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966B3C-0A04-44CF-E6D7-E524A4DDB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0DEC1-B382-4C12-A29C-7A6584D5D92D}" type="datetimeFigureOut">
              <a:rPr lang="LID4096" smtClean="0"/>
              <a:t>01/21/2026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0B543E-BD75-505A-B5F8-B8F901A49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D266E3-1F07-C702-F248-CA0189125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25227-4CA5-4A02-A3AE-48CBB458261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296877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E5A66-ACE4-2726-2BF2-4659DF3EE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22B40-B2A6-61B7-184F-74F49A2D23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6E58BC-148F-E55D-5FA1-F91A7A6C0E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B02D40-995C-6B7A-8E0E-52AFEA46C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0DEC1-B382-4C12-A29C-7A6584D5D92D}" type="datetimeFigureOut">
              <a:rPr lang="LID4096" smtClean="0"/>
              <a:t>01/21/2026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99EB63-960D-04FD-7AB4-8285492C7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1FA426-405C-04F5-FF69-1E01ED74A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25227-4CA5-4A02-A3AE-48CBB458261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16222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59845-068E-8E66-CA44-99F06F4CC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6AD235-B438-4E14-6D9B-B71369070B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7048AE-BDC0-119A-29D4-4A8AC97720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B146F4-BFCD-6A4B-F7A2-48656DF1FA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D53E18-91D7-3F48-74FA-17FB335BAC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CA7E41-7952-7888-C024-E9B91C917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0DEC1-B382-4C12-A29C-7A6584D5D92D}" type="datetimeFigureOut">
              <a:rPr lang="LID4096" smtClean="0"/>
              <a:t>01/21/2026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ECB05C-6F0F-1D42-BE39-960A21210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1A9137-133E-4473-E3EF-E1F0A8C90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25227-4CA5-4A02-A3AE-48CBB458261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97083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901B9-3DE6-4363-56A5-5BC0E8DDA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642966-E961-C1D5-79BF-918831053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0DEC1-B382-4C12-A29C-7A6584D5D92D}" type="datetimeFigureOut">
              <a:rPr lang="LID4096" smtClean="0"/>
              <a:t>01/21/2026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D5EA54-D047-A4FC-D1EF-2FEE23A1F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FC7762-9AA3-4608-3084-AE47F9112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25227-4CA5-4A02-A3AE-48CBB458261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213100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966BD5-3FFA-9ACB-FBDC-D99B29784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0DEC1-B382-4C12-A29C-7A6584D5D92D}" type="datetimeFigureOut">
              <a:rPr lang="LID4096" smtClean="0"/>
              <a:t>01/21/2026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9EE8BC-0620-ED81-8812-1DFE45EA9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470A39-01A0-6A31-5988-519CB8E68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25227-4CA5-4A02-A3AE-48CBB458261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39631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42129-9C16-5762-4F74-16E54BD3E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D7EE49-BA1F-47B5-544F-978DA8BD47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BC13DA-8BD6-771A-869C-F23717EEBC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50865F-71EA-2686-27B5-31410F03E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0DEC1-B382-4C12-A29C-7A6584D5D92D}" type="datetimeFigureOut">
              <a:rPr lang="LID4096" smtClean="0"/>
              <a:t>01/21/2026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736AA4-8B42-07B3-FDA7-C055EA3BC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879B27-3D30-D8DF-DBB6-254F6A346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25227-4CA5-4A02-A3AE-48CBB458261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160727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B81C3-9940-00DD-4DBC-74DBBD545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C7E82A-037A-5817-E3E1-603A8B0C72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E74D37-4006-08E2-C9C0-38D6ACE87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38C76A-C8BE-1F6D-5FD3-C845B2A8E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0DEC1-B382-4C12-A29C-7A6584D5D92D}" type="datetimeFigureOut">
              <a:rPr lang="LID4096" smtClean="0"/>
              <a:t>01/21/2026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0071FE-7DA9-9112-A123-61653C91E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5C0668-0973-DFBB-F51F-D9B984A39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25227-4CA5-4A02-A3AE-48CBB458261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3931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C84A7-A5FD-DAB7-A369-627444D09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9B8630-A9C8-E28B-03A0-A4CA279C27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43F5AA-2EAB-459C-5931-C1681BA2C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0DEC1-B382-4C12-A29C-7A6584D5D92D}" type="datetimeFigureOut">
              <a:rPr lang="LID4096" smtClean="0"/>
              <a:t>01/21/2026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0FAAC8-6E05-55D3-22A5-3035B3FBD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2631A7-4AC9-061C-9267-4DBC6AE14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25227-4CA5-4A02-A3AE-48CBB458261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9243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42736C-9EA8-B548-D7AD-8CCE1637FE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D3029C-33DB-839F-1D1C-34A7498044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39F4BA-D267-7C2B-349C-CFF3F217E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0DEC1-B382-4C12-A29C-7A6584D5D92D}" type="datetimeFigureOut">
              <a:rPr lang="LID4096" smtClean="0"/>
              <a:t>01/21/2026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D8E8BB-B71F-A573-5A3A-6C651CC8D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999837-F92C-B651-EAD7-B0A3F3860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25227-4CA5-4A02-A3AE-48CBB458261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66205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103F3F-943E-B436-7A5F-E87CAFD8B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73F909-9E60-6FB5-4C4E-2C1E5BBF96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C8875D-F158-5CD9-600A-3E2373A0FE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00DEC1-B382-4C12-A29C-7A6584D5D92D}" type="datetimeFigureOut">
              <a:rPr lang="LID4096" smtClean="0"/>
              <a:t>01/21/2026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0DE6AE-1C7A-BF02-6E90-26DE447245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B5A952-54F0-1516-D266-4D791D9722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825227-4CA5-4A02-A3AE-48CBB458261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37839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209D2-B6D1-F320-0CED-4D60EC4537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Audio Processing and Ambient Light Control Device</a:t>
            </a:r>
            <a:endParaRPr lang="LID4096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0054BB-096D-9D1A-DABA-BAC68845647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4908881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79A94-4305-6E62-7845-544ADECFC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System </a:t>
            </a:r>
            <a:r>
              <a:rPr lang="de-DE" dirty="0" err="1"/>
              <a:t>Overview</a:t>
            </a:r>
            <a:r>
              <a:rPr lang="de-DE" dirty="0"/>
              <a:t> &amp; Signal Flow</a:t>
            </a:r>
            <a:endParaRPr lang="LID4096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BA2F397-7311-AA60-50B7-CA07825886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8200" y="2070661"/>
            <a:ext cx="10515600" cy="3861265"/>
          </a:xfrm>
        </p:spPr>
      </p:pic>
    </p:spTree>
    <p:extLst>
      <p:ext uri="{BB962C8B-B14F-4D97-AF65-F5344CB8AC3E}">
        <p14:creationId xmlns:p14="http://schemas.microsoft.com/office/powerpoint/2010/main" val="26105788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8EBC5-A59D-604E-C160-7BDF6743E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Analog Front-End &amp; Output Path</a:t>
            </a:r>
            <a:endParaRPr lang="LID4096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60ECDA9-1441-EA94-A255-573976A23D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540000"/>
          </a:xfrm>
        </p:spPr>
        <p:txBody>
          <a:bodyPr/>
          <a:lstStyle/>
          <a:p>
            <a:pPr algn="ctr"/>
            <a:r>
              <a:rPr lang="en-GB" dirty="0"/>
              <a:t>Anti-aliasing Filter</a:t>
            </a:r>
            <a:endParaRPr lang="LID4096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9848532-673B-D0E7-13CE-12A163024A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540000"/>
          </a:xfrm>
        </p:spPr>
        <p:txBody>
          <a:bodyPr/>
          <a:lstStyle/>
          <a:p>
            <a:pPr algn="ctr"/>
            <a:r>
              <a:rPr lang="en-GB" dirty="0"/>
              <a:t>Reconstruction Filter</a:t>
            </a:r>
            <a:endParaRPr lang="LID4096" dirty="0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BE0B3869-339F-8366-24B5-445DABBC3CF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0406" y="2221163"/>
            <a:ext cx="4268371" cy="4140000"/>
          </a:xfrm>
          <a:prstGeom prst="rect">
            <a:avLst/>
          </a:prstGeom>
        </p:spPr>
      </p:pic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451F78EF-64E2-785F-05E0-ACFCFCABC5FA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5654" y="2221163"/>
            <a:ext cx="4236279" cy="4140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CE20095-C335-3975-B971-CE370389D157}"/>
              </a:ext>
            </a:extLst>
          </p:cNvPr>
          <p:cNvSpPr txBox="1"/>
          <p:nvPr/>
        </p:nvSpPr>
        <p:spPr>
          <a:xfrm>
            <a:off x="8155172" y="675025"/>
            <a:ext cx="391278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highlight>
                  <a:srgbClr val="FFFF00"/>
                </a:highlight>
              </a:rPr>
              <a:t>Sind </a:t>
            </a:r>
            <a:r>
              <a:rPr lang="en-US" sz="2000" dirty="0" err="1">
                <a:solidFill>
                  <a:srgbClr val="FF0000"/>
                </a:solidFill>
                <a:highlight>
                  <a:srgbClr val="FFFF00"/>
                </a:highlight>
              </a:rPr>
              <a:t>unsere</a:t>
            </a:r>
            <a:r>
              <a:rPr lang="en-US" sz="2000" dirty="0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lang="en-US" sz="2000" dirty="0" err="1">
                <a:solidFill>
                  <a:srgbClr val="FF0000"/>
                </a:solidFill>
                <a:highlight>
                  <a:srgbClr val="FFFF00"/>
                </a:highlight>
              </a:rPr>
              <a:t>Simulationen</a:t>
            </a:r>
            <a:r>
              <a:rPr lang="en-US" sz="2000" dirty="0">
                <a:solidFill>
                  <a:srgbClr val="FF0000"/>
                </a:solidFill>
                <a:highlight>
                  <a:srgbClr val="FFFF00"/>
                </a:highlight>
              </a:rPr>
              <a:t>  </a:t>
            </a:r>
            <a:r>
              <a:rPr lang="en-US" sz="2000" dirty="0" err="1">
                <a:solidFill>
                  <a:srgbClr val="FF0000"/>
                </a:solidFill>
                <a:highlight>
                  <a:srgbClr val="FFFF00"/>
                </a:highlight>
              </a:rPr>
              <a:t>richtig</a:t>
            </a:r>
            <a:r>
              <a:rPr lang="en-US" sz="2000" dirty="0">
                <a:solidFill>
                  <a:srgbClr val="FF0000"/>
                </a:solidFill>
                <a:highlight>
                  <a:srgbClr val="FFFF00"/>
                </a:highlight>
              </a:rPr>
              <a:t>?</a:t>
            </a:r>
            <a:br>
              <a:rPr lang="en-US" sz="2000" dirty="0">
                <a:solidFill>
                  <a:srgbClr val="FF0000"/>
                </a:solidFill>
                <a:highlight>
                  <a:srgbClr val="FFFF00"/>
                </a:highlight>
              </a:rPr>
            </a:br>
            <a:r>
              <a:rPr lang="en-US" sz="2000" dirty="0" err="1">
                <a:solidFill>
                  <a:srgbClr val="FF0000"/>
                </a:solidFill>
                <a:highlight>
                  <a:srgbClr val="FFFF00"/>
                </a:highlight>
              </a:rPr>
              <a:t>Evtl</a:t>
            </a:r>
            <a:r>
              <a:rPr lang="en-US" sz="2000" dirty="0">
                <a:solidFill>
                  <a:srgbClr val="FF0000"/>
                </a:solidFill>
                <a:highlight>
                  <a:srgbClr val="FFFF00"/>
                </a:highlight>
              </a:rPr>
              <a:t>. </a:t>
            </a:r>
            <a:r>
              <a:rPr lang="en-US" sz="2000" dirty="0" err="1">
                <a:solidFill>
                  <a:srgbClr val="FF0000"/>
                </a:solidFill>
                <a:highlight>
                  <a:srgbClr val="FFFF00"/>
                </a:highlight>
              </a:rPr>
              <a:t>mit</a:t>
            </a:r>
            <a:r>
              <a:rPr lang="en-US" sz="2000" dirty="0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lang="en-US" sz="2000" dirty="0" err="1">
                <a:solidFill>
                  <a:srgbClr val="FF0000"/>
                </a:solidFill>
                <a:highlight>
                  <a:srgbClr val="FFFF00"/>
                </a:highlight>
              </a:rPr>
              <a:t>Bildern</a:t>
            </a:r>
            <a:r>
              <a:rPr lang="en-US" sz="2000" dirty="0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lang="en-US" sz="2000" dirty="0" err="1">
                <a:solidFill>
                  <a:srgbClr val="FF0000"/>
                </a:solidFill>
                <a:highlight>
                  <a:srgbClr val="FFFF00"/>
                </a:highlight>
              </a:rPr>
              <a:t>aus</a:t>
            </a:r>
            <a:r>
              <a:rPr lang="en-US" sz="2000" dirty="0">
                <a:solidFill>
                  <a:srgbClr val="FF0000"/>
                </a:solidFill>
                <a:highlight>
                  <a:srgbClr val="FFFF00"/>
                </a:highlight>
              </a:rPr>
              <a:t> dem Internet </a:t>
            </a:r>
            <a:r>
              <a:rPr lang="en-US" sz="2000" dirty="0" err="1">
                <a:solidFill>
                  <a:srgbClr val="FF0000"/>
                </a:solidFill>
                <a:highlight>
                  <a:srgbClr val="FFFF00"/>
                </a:highlight>
              </a:rPr>
              <a:t>ersetzten</a:t>
            </a:r>
            <a:endParaRPr lang="LID4096" sz="20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2014490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B4032-00DB-F33B-FA11-AB9E7EB0B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Digital Signal Processing &amp; Analysis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588D5C-1316-B628-7FA9-DA824121A0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056335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4A6AE-FEFB-1A36-6B52-B83DEFD6D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Ambient Light Control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C9F4C8-5408-65F0-5B5E-3EBE38DA9D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345495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8D650-0644-5AF6-2715-5A4F94DF9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User Interface &amp; </a:t>
            </a:r>
            <a:r>
              <a:rPr lang="de-DE" dirty="0" err="1"/>
              <a:t>Visualization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D37740-F80C-DB92-11AA-53CE89F99E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893912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EA998-31C1-3DA7-C044-55B8CC85E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Highlight: Audio Effects &amp; Filter Menu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36C206-2B5B-5322-79B6-7D61F06B3A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680312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51BA7-1E27-A651-048C-48A621FE1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Conclusion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5787C8-C27E-BB17-E5A4-04351F23D5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911645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</Words>
  <Application>Microsoft Office PowerPoint</Application>
  <PresentationFormat>Widescreen</PresentationFormat>
  <Paragraphs>14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Audio Processing and Ambient Light Control Device</vt:lpstr>
      <vt:lpstr>System Overview &amp; Signal Flow</vt:lpstr>
      <vt:lpstr>Analog Front-End &amp; Output Path</vt:lpstr>
      <vt:lpstr>Digital Signal Processing &amp; Analysis</vt:lpstr>
      <vt:lpstr>Ambient Light Control</vt:lpstr>
      <vt:lpstr>User Interface &amp; Visualization</vt:lpstr>
      <vt:lpstr>Highlight: Audio Effects &amp; Filter Menu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Grebnevs Bogdans (grebnbog)</dc:creator>
  <cp:lastModifiedBy>Grebnevs Bogdans (grebnbog)</cp:lastModifiedBy>
  <cp:revision>3</cp:revision>
  <dcterms:created xsi:type="dcterms:W3CDTF">2026-01-21T09:58:40Z</dcterms:created>
  <dcterms:modified xsi:type="dcterms:W3CDTF">2026-01-21T15:17:31Z</dcterms:modified>
</cp:coreProperties>
</file>